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9753600" cy="7315200"/>
  <p:notesSz cx="6858000" cy="9144000"/>
  <p:embeddedFontLst>
    <p:embeddedFont>
      <p:font typeface="Arimo Bold" charset="1" panose="020B070402020202020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9719" y="898725"/>
            <a:ext cx="8374162" cy="5517751"/>
            <a:chOff x="0" y="0"/>
            <a:chExt cx="3289514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9514" cy="2167467"/>
            </a:xfrm>
            <a:custGeom>
              <a:avLst/>
              <a:gdLst/>
              <a:ahLst/>
              <a:cxnLst/>
              <a:rect r="r" b="b" t="t" l="l"/>
              <a:pathLst>
                <a:path h="2167467" w="3289514">
                  <a:moveTo>
                    <a:pt x="0" y="0"/>
                  </a:moveTo>
                  <a:lnTo>
                    <a:pt x="3289514" y="0"/>
                  </a:lnTo>
                  <a:lnTo>
                    <a:pt x="328951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EF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89514" cy="2205567"/>
            </a:xfrm>
            <a:prstGeom prst="rect">
              <a:avLst/>
            </a:prstGeom>
          </p:spPr>
          <p:txBody>
            <a:bodyPr anchor="ctr" rtlCol="false" tIns="32770" lIns="32770" bIns="32770" rIns="32770"/>
            <a:lstStyle/>
            <a:p>
              <a:pPr algn="ctr">
                <a:lnSpc>
                  <a:spcPts val="180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77085" y="4325635"/>
            <a:ext cx="8110355" cy="3008559"/>
          </a:xfrm>
          <a:custGeom>
            <a:avLst/>
            <a:gdLst/>
            <a:ahLst/>
            <a:cxnLst/>
            <a:rect r="r" b="b" t="t" l="l"/>
            <a:pathLst>
              <a:path h="3008559" w="8110355">
                <a:moveTo>
                  <a:pt x="0" y="0"/>
                </a:moveTo>
                <a:lnTo>
                  <a:pt x="8110355" y="0"/>
                </a:lnTo>
                <a:lnTo>
                  <a:pt x="8110355" y="3008559"/>
                </a:lnTo>
                <a:lnTo>
                  <a:pt x="0" y="30085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433840" y="-18994"/>
            <a:ext cx="8110355" cy="3008559"/>
          </a:xfrm>
          <a:custGeom>
            <a:avLst/>
            <a:gdLst/>
            <a:ahLst/>
            <a:cxnLst/>
            <a:rect r="r" b="b" t="t" l="l"/>
            <a:pathLst>
              <a:path h="3008559" w="8110355">
                <a:moveTo>
                  <a:pt x="8110355" y="3008559"/>
                </a:moveTo>
                <a:lnTo>
                  <a:pt x="0" y="3008559"/>
                </a:lnTo>
                <a:lnTo>
                  <a:pt x="0" y="0"/>
                </a:lnTo>
                <a:lnTo>
                  <a:pt x="8110355" y="0"/>
                </a:lnTo>
                <a:lnTo>
                  <a:pt x="8110355" y="30085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14393" y="3048000"/>
            <a:ext cx="6124813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8"/>
              </a:lnSpc>
              <a:spcBef>
                <a:spcPct val="0"/>
              </a:spcBef>
            </a:pPr>
            <a:r>
              <a:rPr lang="en-US" b="true" sz="384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Adaptive Learning System</a:t>
            </a:r>
          </a:p>
          <a:p>
            <a:pPr algn="ctr">
              <a:lnSpc>
                <a:spcPts val="4608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582336" y="4082850"/>
            <a:ext cx="450532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"/>
              </a:lnSpc>
              <a:spcBef>
                <a:spcPct val="0"/>
              </a:spcBef>
            </a:pPr>
            <a:r>
              <a:rPr lang="en-US" b="true" sz="144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 Comparative Study of Neural Network Paradigms:</a:t>
            </a:r>
          </a:p>
          <a:p>
            <a:pPr algn="ctr">
              <a:lnSpc>
                <a:spcPts val="1728"/>
              </a:lnSpc>
              <a:spcBef>
                <a:spcPct val="0"/>
              </a:spcBef>
            </a:pPr>
            <a:r>
              <a:rPr lang="en-US" b="true" sz="144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Hebbian, ART1, and MLP</a:t>
            </a:r>
          </a:p>
          <a:p>
            <a:pPr algn="ctr">
              <a:lnSpc>
                <a:spcPts val="1728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204270" y="2608565"/>
            <a:ext cx="3345061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8"/>
              </a:lnSpc>
              <a:spcBef>
                <a:spcPct val="0"/>
              </a:spcBef>
            </a:pPr>
            <a:r>
              <a:rPr lang="en-US" b="true" sz="2440">
                <a:solidFill>
                  <a:srgbClr val="4A90E2"/>
                </a:solidFill>
                <a:latin typeface="Arimo Bold"/>
                <a:ea typeface="Arimo Bold"/>
                <a:cs typeface="Arimo Bold"/>
                <a:sym typeface="Arimo Bold"/>
              </a:rPr>
              <a:t>TEAM PRESENTATION</a:t>
            </a:r>
          </a:p>
          <a:p>
            <a:pPr algn="ctr">
              <a:lnSpc>
                <a:spcPts val="292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DAG6e2HbFkY</dc:identifier>
  <dcterms:modified xsi:type="dcterms:W3CDTF">2011-08-01T06:04:30Z</dcterms:modified>
  <cp:revision>1</cp:revision>
  <dc:title>AdaptiveLearningSystem_Presentation (1).pptx</dc:title>
</cp:coreProperties>
</file>